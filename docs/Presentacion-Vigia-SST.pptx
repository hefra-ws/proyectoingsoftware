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4aada386e84668" /><Relationship Type="http://schemas.openxmlformats.org/officeDocument/2006/relationships/extended-properties" Target="/docProps/app.xml" Id="R398fff0154be45e2" /><Relationship Type="http://schemas.openxmlformats.org/officeDocument/2006/relationships/officeDocument" Target="/ppt/presentation.xml" Id="R38c0ba2d4266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f9135eb804737"/>
  </p:sldMasterIdLst>
  <p:notesMasterIdLst>
    <p:notesMasterId xmlns:r="http://schemas.openxmlformats.org/officeDocument/2006/relationships" r:id="Re909ec07a3564ab0"/>
  </p:notesMasterIdLst>
  <p:sldIdLst>
    <p:sldId xmlns:r="http://schemas.openxmlformats.org/officeDocument/2006/relationships" id="256" r:id="R6974f376fd664f0c"/>
    <p:sldId xmlns:r="http://schemas.openxmlformats.org/officeDocument/2006/relationships" id="257" r:id="Rb472583f1de844e2"/>
    <p:sldId xmlns:r="http://schemas.openxmlformats.org/officeDocument/2006/relationships" id="258" r:id="Rc13fec2a468b4182"/>
    <p:sldId xmlns:r="http://schemas.openxmlformats.org/officeDocument/2006/relationships" id="259" r:id="R8cd1c4b515144488"/>
    <p:sldId xmlns:r="http://schemas.openxmlformats.org/officeDocument/2006/relationships" id="260" r:id="R1998dfdb62de4295"/>
    <p:sldId xmlns:r="http://schemas.openxmlformats.org/officeDocument/2006/relationships" id="261" r:id="R94448d596dbf4b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7726b816994d61" /><Relationship Type="http://schemas.openxmlformats.org/officeDocument/2006/relationships/slideMaster" Target="/ppt/slideMasters/slideMaster1.xml" Id="Rf77f9135eb804737" /><Relationship Type="http://schemas.openxmlformats.org/officeDocument/2006/relationships/notesMaster" Target="/ppt/notesMasters/notesMaster1.xml" Id="Re909ec07a3564ab0" /><Relationship Type="http://schemas.openxmlformats.org/officeDocument/2006/relationships/presProps" Target="/ppt/presProps.xml" Id="Rfaa856ad48b04030" /><Relationship Type="http://schemas.openxmlformats.org/officeDocument/2006/relationships/tableStyles" Target="/ppt/tableStyles.xml" Id="Rc22400054b7642df" /><Relationship Type="http://schemas.openxmlformats.org/officeDocument/2006/relationships/slide" Target="/ppt/slides/slide1.xml" Id="R6974f376fd664f0c" /><Relationship Type="http://schemas.openxmlformats.org/officeDocument/2006/relationships/slide" Target="/ppt/slides/slide2.xml" Id="Rb472583f1de844e2" /><Relationship Type="http://schemas.openxmlformats.org/officeDocument/2006/relationships/slide" Target="/ppt/slides/slide3.xml" Id="Rc13fec2a468b4182" /><Relationship Type="http://schemas.openxmlformats.org/officeDocument/2006/relationships/slide" Target="/ppt/slides/slide4.xml" Id="R8cd1c4b515144488" /><Relationship Type="http://schemas.openxmlformats.org/officeDocument/2006/relationships/slide" Target="/ppt/slides/slide5.xml" Id="R1998dfdb62de4295" /><Relationship Type="http://schemas.openxmlformats.org/officeDocument/2006/relationships/slide" Target="/ppt/slides/slide6.xml" Id="R94448d596dbf4b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4e12fd1dc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153d7b75c340de" /><Relationship Type="http://schemas.openxmlformats.org/officeDocument/2006/relationships/notesMaster" Target="/ppt/notesMasters/notesMaster1.xml" Id="R17142ba6c15540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78b35059245ed" /><Relationship Type="http://schemas.openxmlformats.org/officeDocument/2006/relationships/notesMaster" Target="/ppt/notesMasters/notesMaster1.xml" Id="R729d8727d47d42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90a39c8f564ed6" /><Relationship Type="http://schemas.openxmlformats.org/officeDocument/2006/relationships/notesMaster" Target="/ppt/notesMasters/notesMaster1.xml" Id="R99e05f3e8281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11ab7429f347f5" /><Relationship Type="http://schemas.openxmlformats.org/officeDocument/2006/relationships/notesMaster" Target="/ppt/notesMasters/notesMaster1.xml" Id="R7005710af0a0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c6fdb1bc44f92" /><Relationship Type="http://schemas.openxmlformats.org/officeDocument/2006/relationships/notesMaster" Target="/ppt/notesMasters/notesMaster1.xml" Id="R9d26c50f5863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9125c22d3a4591" /><Relationship Type="http://schemas.openxmlformats.org/officeDocument/2006/relationships/notesMaster" Target="/ppt/notesMasters/notesMaster1.xml" Id="R2ca21aee5bc1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como una primera versión funcional para recibir retroalimentación. Todavía no se han recibido correcciones del profesor. Fuente: descripción del proyecto y código del repositorio https://github.com/HEFRA-ws/ProyectoIngSoftware.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dominio proviene del primer avance: https://github.com/JuanesBD/Avance-1-de-Proyecto/wiki. No afirmar cumplimiento legal ni presentar el prototipo como un sistema empresarial terminado.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en vivo un reporte ficticio. El cierre y las acciones correctivas están pendientes. La captura corresponde a la aplicación local verificada durante esta preparación; no representa un despliegue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tecnologías principales pertenecen a las opciones de la tabla del profesor. Login propio con correo y contraseña. Google OAuth queda opcional para una versión posterior. El despliegue está preparado en render.yaml, pero requiere configurar las cuentas y verificarlo.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 Test Runner informa 17 pruebas contando el grupo que contiene los 16 casos. CI verificado exitoso para b2ac5e9: https://github.com/HEFRA-ws/ProyectoIngSoftware/actions/runs/38508623651. Bug: https://github.com/HEFRA-ws/ProyectoIngSoftware/issues/1. No se han ejecutado pruebas de carga ni auditoría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Solicitar retroalimentación sobre alcance, roles, modelo de datos y criterios de cierre. No afirmar un porcentaje exacto de avance sin estimar esfuerzo y revisar los criterios de aceptación completos. Desarrollo asistido por Codex; el equipo revisa y valida su uso.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1505036f340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d21a098fd40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57bf491f348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84d9ff3a941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61cc812b34d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f6cdf0962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70CB47-6995-49BF-8993-B313FD267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135014-A492-4098-9FFF-D93786BB00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888A00-1E5D-4129-9DA9-CE804D123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B601C9-304A-41ED-9DDA-4E40AB1B9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F1FED3-87C1-45E7-B7BA-AE00A3919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470234-FE9D-462F-8467-8E471775A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EFECE3-5836-4092-A9F3-177510CEA4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B7C9CB-7AA0-493C-A6D8-4F077B8D51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CDBF42-87D3-4EF9-BD4F-DD071BE01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E965B1-518E-4F51-B3A1-8DAC38BE4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87197afdd47bc" /><Relationship Type="http://schemas.openxmlformats.org/officeDocument/2006/relationships/slideLayout" Target="/ppt/slideLayouts/slideLayout1.xml" Id="Rea4a0103c0084988" /><Relationship Type="http://schemas.openxmlformats.org/officeDocument/2006/relationships/slideLayout" Target="/ppt/slideLayouts/slideLayout2.xml" Id="Rafc10b1ddb5045de" /><Relationship Type="http://schemas.openxmlformats.org/officeDocument/2006/relationships/slideLayout" Target="/ppt/slideLayouts/slideLayout3.xml" Id="R065feb6f1d1b4210" /><Relationship Type="http://schemas.openxmlformats.org/officeDocument/2006/relationships/slideLayout" Target="/ppt/slideLayouts/slideLayout4.xml" Id="R458664877090463f" /><Relationship Type="http://schemas.openxmlformats.org/officeDocument/2006/relationships/slideLayout" Target="/ppt/slideLayouts/slideLayout5.xml" Id="R0e8dadfe79664a0b" /><Relationship Type="http://schemas.openxmlformats.org/officeDocument/2006/relationships/slideLayout" Target="/ppt/slideLayouts/slideLayout6.xml" Id="R164786a9aad840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a0103c0084988"/>
    <p:sldLayoutId xmlns:r="http://schemas.openxmlformats.org/officeDocument/2006/relationships" id="2147483650" r:id="Rafc10b1ddb5045de"/>
    <p:sldLayoutId xmlns:r="http://schemas.openxmlformats.org/officeDocument/2006/relationships" id="2147483651" r:id="R065feb6f1d1b4210"/>
    <p:sldLayoutId xmlns:r="http://schemas.openxmlformats.org/officeDocument/2006/relationships" id="2147483652" r:id="R458664877090463f"/>
    <p:sldLayoutId xmlns:r="http://schemas.openxmlformats.org/officeDocument/2006/relationships" id="2147483653" r:id="R0e8dadfe79664a0b"/>
    <p:sldLayoutId xmlns:r="http://schemas.openxmlformats.org/officeDocument/2006/relationships" id="2147483654" r:id="R164786a9aad840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e257ae44c4602" /><Relationship Type="http://schemas.openxmlformats.org/officeDocument/2006/relationships/notesSlide" Target="/ppt/notesSlides/notesSlide1.xml" Id="R5626509999b3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b7895247f4439" /><Relationship Type="http://schemas.openxmlformats.org/officeDocument/2006/relationships/notesSlide" Target="/ppt/notesSlides/notesSlide2.xml" Id="R1df91970e54642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5581226ed475c" /><Relationship Type="http://schemas.openxmlformats.org/officeDocument/2006/relationships/image" Target="/ppt/media/image.jpeg" Id="R89494b022f0e4735" /><Relationship Type="http://schemas.openxmlformats.org/officeDocument/2006/relationships/notesSlide" Target="/ppt/notesSlides/notesSlide3.xml" Id="R6d5754004b9048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a794880a64ce5" /><Relationship Type="http://schemas.openxmlformats.org/officeDocument/2006/relationships/notesSlide" Target="/ppt/notesSlides/notesSlide4.xml" Id="R23a7a168ce88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c0c9f8657441b" /><Relationship Type="http://schemas.openxmlformats.org/officeDocument/2006/relationships/image" Target="/ppt/media/image2.jpeg" Id="R87aa33ed2b1649e4" /><Relationship Type="http://schemas.openxmlformats.org/officeDocument/2006/relationships/notesSlide" Target="/ppt/notesSlides/notesSlide5.xml" Id="Rfbf8074c9b0b47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10b4d39764111" /><Relationship Type="http://schemas.openxmlformats.org/officeDocument/2006/relationships/notesSlide" Target="/ppt/notesSlides/notesSlide6.xml" Id="Rf22aaba853bb47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BE39D-4BF6-49E6-82E2-980E46D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DC0C3"/>
                </a:solidFill>
                <a:latin typeface="Arial"/>
                <a:ea typeface="Arial"/>
                <a:cs typeface="Arial"/>
              </a:rPr>
              <a:t>Vigía SST · Prototipo académico     /    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373D9-E10F-4AF2-AE01-8513222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D2EC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2EC9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2EC93"/>
                </a:solidFill>
                <a:latin typeface="Arial"/>
                <a:ea typeface="Arial"/>
                <a:cs typeface="Arial"/>
              </a:rPr>
              <a:t>VIGÍA SST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2F3B5-8974-43D7-A54A-52B10AC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de accidentes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incidentes laborales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6F6F8-EBC1-490D-BBA1-2BC6E8F1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DC0C3"/>
                </a:solidFill>
                <a:latin typeface="Arial"/>
                <a:ea typeface="Arial"/>
                <a:cs typeface="Arial"/>
              </a:rPr>
              <a:t>Primera demostración funcional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D5A55-AB90-4C1F-BF3F-C2713C5B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DC0C3"/>
                </a:solidFill>
                <a:latin typeface="Arial"/>
                <a:ea typeface="Arial"/>
                <a:cs typeface="Arial"/>
              </a:rPr>
              <a:t>Ingeniería de software · 14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728904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F337E-3A5C-4575-85B8-ADFD4D77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43D"/>
                </a:solidFill>
                <a:latin typeface="Arial"/>
                <a:ea typeface="Arial"/>
                <a:cs typeface="Arial"/>
              </a:rPr>
              <a:t>Problema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933DE-3C6D-4BC8-8493-4ABB0A6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58B"/>
                </a:solidFill>
                <a:latin typeface="Arial"/>
                <a:ea typeface="Arial"/>
                <a:cs typeface="Arial"/>
              </a:rPr>
              <a:t>Vigía SST · Prototipo académico     /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D930-14DC-456C-88AA-568690E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Los reportes dispersos dificultan el seguimiento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E5C78-EEE6-4F2E-AC9D-99F9CBF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47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Información repartida entre papel, hojas de cálculo y mensajes.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Evidencia difícil de consultar y poca trazabilidad de los cambios.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El prototipo centraliza el registro, la clasificación y la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262004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D5D78-5AE6-4A2A-B3E5-0D481CD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43D"/>
                </a:solidFill>
                <a:latin typeface="Arial"/>
                <a:ea typeface="Arial"/>
                <a:cs typeface="Arial"/>
              </a:rPr>
              <a:t>Recorrido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3F326-48FB-4946-9B4B-D8227A70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58B"/>
                </a:solidFill>
                <a:latin typeface="Arial"/>
                <a:ea typeface="Arial"/>
                <a:cs typeface="Arial"/>
              </a:rPr>
              <a:t>Vigía SST · Prototipo académico     /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0E8A6-B388-4970-A6D8-1D43FD4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Trabajador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84D56-C854-4C7C-B493-357A2A7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Inicia sesión, registra el evento</a:t>
            </a:r>
          </a:p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y adjunta evidencia.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EF5CD-B213-451D-96C2-6D2ED4F1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Profesional SST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A3148-00CF-4709-B9F0-948381B0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Clasifica el caso, documenta</a:t>
            </a:r>
          </a:p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las causas y consulta el historial.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CF0E4-96C3-416F-8968-4D72EDFDC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94b022f0e4735"/>
          <a:stretch xmlns:a="http://schemas.openxmlformats.org/drawingml/2006/main"/>
        </p:blipFill>
        <p:spPr>
          <a:xfrm xmlns:a="http://schemas.openxmlformats.org/drawingml/2006/main">
            <a:off x="6435657" y="1619250"/>
            <a:ext cx="3797437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6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AC212-5AAB-42F3-8B01-8B47236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43D"/>
                </a:solidFill>
                <a:latin typeface="Arial"/>
                <a:ea typeface="Arial"/>
                <a:cs typeface="Arial"/>
              </a:rPr>
              <a:t>Tecnologías y 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19285-F8D6-4EA8-8FC8-7486E265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58B"/>
                </a:solidFill>
                <a:latin typeface="Arial"/>
                <a:ea typeface="Arial"/>
                <a:cs typeface="Arial"/>
              </a:rPr>
              <a:t>Vigía SST · Prototipo académico     /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31175-D89A-4472-9EBB-1934438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2EC15-2172-4A8B-BB2F-4D5A673A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HTML, CSS, JavaScript y Bootstrap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49F6-3F08-4793-A933-6D0CC1F8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0F5D6-842B-4C8F-89D1-7D6A27DE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Node.js 24 y Express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AFEB4-5869-4A5A-ABCB-912B223D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94691-C221-4F0B-9003-FAC804D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62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MongoDB: usuarios, reportes, sesiones y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F5CBB-E13F-440B-8000-626E0D1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Publicación prevista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3DEA2-7DD7-4614-AE35-27163CF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Render para la aplicación; MongoDB Atlas para los datos</a:t>
            </a:r>
          </a:p>
        </p:txBody>
      </p:sp>
    </p:spTree>
    <p:extLst>
      <p:ext uri="{BB962C8B-B14F-4D97-AF65-F5344CB8AC3E}">
        <p14:creationId xmlns:p14="http://schemas.microsoft.com/office/powerpoint/2010/main" val="1886267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B83AF-DFAC-495D-BDEB-071AC0BF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43D"/>
                </a:solidFill>
                <a:latin typeface="Arial"/>
                <a:ea typeface="Arial"/>
                <a:cs typeface="Arial"/>
              </a:rPr>
              <a:t>Calidad y gestión del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F61CA-97AA-4EC0-B5F5-4842F570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58B"/>
                </a:solidFill>
                <a:latin typeface="Arial"/>
                <a:ea typeface="Arial"/>
                <a:cs typeface="Arial"/>
              </a:rPr>
              <a:t>Vigía SST · Prototipo académico     /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3E2F0-6134-4F47-AF1E-5BBED7D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07E7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E70"/>
                </a:solidFill>
                <a:latin typeface="Arial"/>
                <a:ea typeface="Arial"/>
                <a:cs typeface="Arial"/>
              </a:rPr>
              <a:t>16 casos de comprobación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F6C66-1F5E-401F-BB70-CE180E9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Login y permisos por rol.</a:t>
            </a:r>
          </a:p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Validaciones de reportes y fechas.</a:t>
            </a:r>
          </a:p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Clasificación e investigación.</a:t>
            </a:r>
          </a:p>
          <a:p xmlns:a="http://schemas.openxmlformats.org/drawingml/2006/main">
            <a:pPr>
              <a:defRPr sz="202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Carga y descarga de evidencia.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EFA2C-4DB2-45E6-9080-3D0569F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Bug de permisos corregido</a:t>
            </a:r>
          </a:p>
          <a:p xmlns:a="http://schemas.openxmlformats.org/drawingml/2006/main">
            <a:pPr>
              <a:defRPr sz="1875" b="0">
                <a:solidFill>
                  <a:srgbClr val="20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43D"/>
                </a:solidFill>
                <a:latin typeface="Arial"/>
                <a:ea typeface="Arial"/>
                <a:cs typeface="Arial"/>
              </a:rPr>
              <a:t>y prueba de regresión añadida.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42931-372D-498A-A6B3-01B102D406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a33ed2b1649e4"/>
          <a:stretch xmlns:a="http://schemas.openxmlformats.org/drawingml/2006/main"/>
        </p:blipFill>
        <p:spPr>
          <a:xfrm xmlns:a="http://schemas.openxmlformats.org/drawingml/2006/main">
            <a:off x="6796030" y="1714500"/>
            <a:ext cx="412444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B8F9E-3EFC-44E0-A2A7-D8DAA8C1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1858B"/>
                </a:solidFill>
                <a:latin typeface="Arial"/>
                <a:ea typeface="Arial"/>
                <a:cs typeface="Arial"/>
              </a:rPr>
              <a:t>Wiki, plan de GCS y riesgos del software</a:t>
            </a:r>
          </a:p>
          <a:p xmlns:a="http://schemas.openxmlformats.org/drawingml/2006/main">
            <a:pPr>
              <a:defRPr sz="1650" b="0">
                <a:solidFill>
                  <a:srgbClr val="7185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1858B"/>
                </a:solidFill>
                <a:latin typeface="Arial"/>
                <a:ea typeface="Arial"/>
                <a:cs typeface="Arial"/>
              </a:rPr>
              <a:t>Tareas organizadas en GitHub Projects</a:t>
            </a:r>
          </a:p>
        </p:txBody>
      </p:sp>
    </p:spTree>
    <p:extLst>
      <p:ext uri="{BB962C8B-B14F-4D97-AF65-F5344CB8AC3E}">
        <p14:creationId xmlns:p14="http://schemas.microsoft.com/office/powerpoint/2010/main" val="586176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55B7A-1430-460A-97E1-AB8A194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E6CAF-A9EA-4D34-AFBB-4CE8E86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DC0C3"/>
                </a:solidFill>
                <a:latin typeface="Arial"/>
                <a:ea typeface="Arial"/>
                <a:cs typeface="Arial"/>
              </a:rPr>
              <a:t>Vigía SST · Prototipo académico     /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8B097-6F79-4513-9484-DBB4319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D2EC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D2EC9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D2EC93"/>
                </a:solidFill>
                <a:latin typeface="Arial"/>
                <a:ea typeface="Arial"/>
                <a:cs typeface="Arial"/>
              </a:rPr>
              <a:t>Completar el ciclo del caso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6C2BB-125B-454F-9D2C-8769BD1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Acciones correctivas, responsables, evidencia de cumplimiento y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Testimonios y administración de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Después: notificaciones, estadísticas y exportación PDF.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1C1A9-EAFA-49D1-B852-6B80F4E0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DC0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DC0C3"/>
                </a:solidFill>
                <a:latin typeface="Arial"/>
                <a:ea typeface="Arial"/>
                <a:cs typeface="Arial"/>
              </a:rPr>
              <a:t>Despliegue pendiente de configurar Render y MongoDB Atlas</a:t>
            </a:r>
          </a:p>
        </p:txBody>
      </p:sp>
    </p:spTree>
    <p:extLst>
      <p:ext uri="{BB962C8B-B14F-4D97-AF65-F5344CB8AC3E}">
        <p14:creationId xmlns:p14="http://schemas.microsoft.com/office/powerpoint/2010/main" val="980116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2026-10-14T04:01:08.2250000Z</dcterms:created>
  <dcterms:modified xsi:type="dcterms:W3CDTF">2026-10-14T04:01:08.2250000Z</dcterms:modified>
</coreProperties>
</file>